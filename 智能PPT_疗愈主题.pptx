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spPr>
            <a:solidFill>
              <a:srgbClr val="9B8AB8"/>
            </a:solidFill>
          </c:spPr>
          <c:cat>
            <c:strRef>
              <c:f>Sheet1!$A$2:$A$5</c:f>
              <c:strCache>
                <c:ptCount val="4"/>
                <c:pt idx="0">
                  <c:v>塔罗咨询</c:v>
                </c:pt>
                <c:pt idx="1">
                  <c:v>占星服务</c:v>
                </c:pt>
                <c:pt idx="2">
                  <c:v>SRT疗愈</c:v>
                </c:pt>
                <c:pt idx="3">
                  <c:v>课程收入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1371600" cy="1371600"/>
          </a:xfrm>
          <a:prstGeom prst="ellipse">
            <a:avLst/>
          </a:prstGeom>
          <a:solidFill>
            <a:srgbClr val="F7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情感内耗疗愈沙龙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9F5F2"/>
                </a:solidFill>
              </a:rPr>
              <a:t>重新找回内心的平静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9F5F2"/>
                </a:solidFill>
              </a:rPr>
              <a:t>「疗愈温柔风」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什么是情感内耗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</a:rPr>
              <a:t>• ['反复思考同一件事，无法停止', '过度在意他人看法和评价', '情绪波动大，容易焦虑', '对自己要求过高，追求完美']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疗愈四步法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2468880"/>
            <a:ext cx="457200" cy="457200"/>
          </a:xfrm>
          <a:prstGeom prst="ellipse">
            <a:avLst/>
          </a:prstGeom>
          <a:solidFill>
            <a:srgbClr val="9B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觉知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3291840"/>
            <a:ext cx="182880" cy="274320"/>
          </a:xfrm>
          <a:prstGeom prst="rightArrow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94760" y="2468880"/>
            <a:ext cx="457200" cy="457200"/>
          </a:xfrm>
          <a:prstGeom prst="ellipse">
            <a:avLst/>
          </a:prstGeom>
          <a:solidFill>
            <a:srgbClr val="9B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接纳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74920" y="3291840"/>
            <a:ext cx="182880" cy="274320"/>
          </a:xfrm>
          <a:prstGeom prst="rightArrow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80760" y="2468880"/>
            <a:ext cx="457200" cy="457200"/>
          </a:xfrm>
          <a:prstGeom prst="ellipse">
            <a:avLst/>
          </a:prstGeom>
          <a:solidFill>
            <a:srgbClr val="9B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表达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60920" y="3291840"/>
            <a:ext cx="182880" cy="274320"/>
          </a:xfrm>
          <a:prstGeom prst="rightArrow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228600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9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6760" y="2468880"/>
            <a:ext cx="457200" cy="457200"/>
          </a:xfrm>
          <a:prstGeom prst="ellipse">
            <a:avLst/>
          </a:prstGeom>
          <a:solidFill>
            <a:srgbClr val="9B8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10896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4A4A"/>
                </a:solidFill>
              </a:rPr>
              <a:t>放下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2024年服务数据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37160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B8AB8"/>
              </a:gs>
              <a:gs pos="100000">
                <a:srgbClr val="F7D4C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1828800" cy="1828800"/>
          </a:xfrm>
          <a:prstGeom prst="ellipse">
            <a:avLst/>
          </a:prstGeom>
          <a:solidFill>
            <a:srgbClr val="F7D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感谢聆听 · 重新拥抱自己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