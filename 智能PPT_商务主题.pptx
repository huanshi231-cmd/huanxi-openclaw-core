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6B6B"/>
              </a:gs>
              <a:gs pos="100000">
                <a:srgbClr val="FF9F43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572000"/>
            <a:ext cx="1371600" cy="137160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财富能量公开课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3F0"/>
                </a:solidFill>
              </a:rPr>
              <a:t>从能量层面提升财富频率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3F0"/>
                </a:solidFill>
              </a:rPr>
              <a:t>「活泼温暖风」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gradFill rotWithShape="1">
            <a:gsLst>
              <a:gs pos="0">
                <a:srgbClr val="FF6B6B"/>
              </a:gs>
              <a:gs pos="100000">
                <a:srgbClr val="FF9F43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今日大纲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436"/>
                </a:solidFill>
              </a:rPr>
              <a:t>• ['财富能量的底层逻辑', '金钱限制性信念清理', '高频财富能量提升法', '现场财富疗愈体验']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gradFill rotWithShape="1">
            <a:gsLst>
              <a:gs pos="0">
                <a:srgbClr val="FF6B6B"/>
              </a:gs>
              <a:gs pos="100000">
                <a:srgbClr val="FF9F43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财富疗愈三阶段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20116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08760" y="246888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D3436"/>
                </a:solidFill>
              </a:rPr>
              <a:t>清理限制性信念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88920" y="3291840"/>
            <a:ext cx="182880" cy="27432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7520" y="2286000"/>
            <a:ext cx="20116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94760" y="246888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1089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D3436"/>
                </a:solidFill>
              </a:rPr>
              <a:t>提升能量频率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074920" y="3291840"/>
            <a:ext cx="182880" cy="27432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03520" y="2286000"/>
            <a:ext cx="20116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080760" y="246888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1089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D3436"/>
                </a:solidFill>
              </a:rPr>
              <a:t>显化财富目标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6B6B"/>
              </a:gs>
              <a:gs pos="100000">
                <a:srgbClr val="FF9F43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914400"/>
            <a:ext cx="1371600" cy="13716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1828800" cy="182880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开启你的财富之旅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